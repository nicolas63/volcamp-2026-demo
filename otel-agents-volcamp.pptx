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OpenTelemetry - La fondation indispensable pour vos architectures IA</dc:title>
  <dc:subject>OpenTelemetry et agents IA — conférence française de 45 minutes.
Fil rouge : incident OrderService / InventoryService, investigation MCP read-only,
puis observation du chemin d’exécution GenAI.
</dc:subject>
  <dc:creator>Nicolas Raymond</dc:creator>
  <cp:lastModifiedBy>Nicolas Raymond</cp:lastModifiedBy>
  <cp:revision>1</cp:revision>
  <dcterms:created xsi:type="dcterms:W3CDTF">2026-10-05T08:04:31Z</dcterms:created>
  <dcterms:modified xsi:type="dcterms:W3CDTF">2026-10-05T08:04:31Z</dcterms:modified>
</cp:coreProperties>
</file>